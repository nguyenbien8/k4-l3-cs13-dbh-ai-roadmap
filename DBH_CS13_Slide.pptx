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trước: lên Mức 1 trước ngày 60, ký ≥ 10 văn phòng trước ngày 90. Số liệu khớp trang 2 (chi phí, biên gộp theo mức), trang 3 (lộ trình), trang 4 (rà soát) và trang 5 của DBH_CS13.xlsx.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CHO BAN LÃNH ĐẠO  ·  SổSạch – trợ lý đọc hóa đơn đầu vào  ·  Lộ trình 12 tháng  ·  Nhóm DBH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bản 2 tại văn phòng thử nghiệm, lên Mức 1 (kế toán duyệt 20%, biên 68,8%) trước ngày 60 và ký ≥ 10 văn phòng trước ngày 90 để kiểm chứng doanh thu ≥ 3,71 triệu/văn phòng.</a:t>
            </a:r>
            <a:endParaRPr lang="en-US" sz="2400" dirty="0"/>
          </a:p>
        </p:txBody>
      </p:sp>
      <p:sp>
        <p:nvSpPr>
          <p:cNvPr id="4" name="tier-0"/>
          <p:cNvSpPr/>
          <p:nvPr/>
        </p:nvSpPr>
        <p:spPr>
          <a:xfrm>
            <a:off x="457200" y="192024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BÂY GIỜ · 0–3 tháng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5915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4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0 → 1 · biên 68,8%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mã số thuế + gắn cờ hóa đơn cần xem + vận hành đọc ảnh bản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20% · 704 đ/hóa đơn · cổng: 0 lỗi mã số thuế/tiền trên ≥ 1.000 hóa đơn, cờ ≤ 20%</a:t>
            </a:r>
            <a:endParaRPr lang="en-US" sz="1200" dirty="0"/>
          </a:p>
        </p:txBody>
      </p:sp>
      <p:sp>
        <p:nvSpPr>
          <p:cNvPr id="9" name="tier-1"/>
          <p:cNvSpPr/>
          <p:nvPr/>
        </p:nvSpPr>
        <p:spPr>
          <a:xfrm>
            <a:off x="4306824" y="192024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20574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 · 3–6 tháng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35915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2 · biên 74,3%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163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nhập hóa đơn không cờ; mở rộng 10 → 20 văn phòng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42900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10% · 579 đ/hóa đơn · cổng: 0 lỗi trên ≥ 3.000 hóa đơn, ≥ 97% trên bộ đề 100 ca</a:t>
            </a:r>
            <a:endParaRPr lang="en-US" sz="1200" dirty="0"/>
          </a:p>
        </p:txBody>
      </p:sp>
      <p:sp>
        <p:nvSpPr>
          <p:cNvPr id="14" name="tier-2"/>
          <p:cNvSpPr/>
          <p:nvPr/>
        </p:nvSpPr>
        <p:spPr>
          <a:xfrm>
            <a:off x="8156448" y="192024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9328" y="20574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NÀY · 6–12 tháng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35915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3 · biên 77,1%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8163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tài khoản hạch toán khi đủ dữ liệu (≥ 2.000 bút toán)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42900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5% · 517 đ/hóa đơn · cổng: 0 lỗi trên ≥ 10.000 hóa đơn ở ≥ 3 văn phòng</a:t>
            </a:r>
            <a:endParaRPr lang="en-US" sz="1200" dirty="0"/>
          </a:p>
        </p:txBody>
      </p:sp>
      <p:sp>
        <p:nvSpPr>
          <p:cNvPr id="19" name="box-0"/>
          <p:cNvSpPr/>
          <p:nvPr/>
        </p:nvSpPr>
        <p:spPr>
          <a:xfrm>
            <a:off x="457200" y="4434840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617720"/>
            <a:ext cx="292608" cy="292608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617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gì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29200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 Hạnh 3 giờ/thứ Bảy + anh Tùng (60 ca bộ đề ≈ 13 giờ); kế toán viên công ty duyệt 20% (704 đ/hóa đơn); dịch vụ tra cứu mã số thuế; thỏa thuận dữ liệu với văn phòng</a:t>
            </a:r>
            <a:endParaRPr lang="en-US" sz="1300" dirty="0"/>
          </a:p>
        </p:txBody>
      </p:sp>
      <p:sp>
        <p:nvSpPr>
          <p:cNvPr id="24" name="box-1"/>
          <p:cNvSpPr/>
          <p:nvPr/>
        </p:nvSpPr>
        <p:spPr>
          <a:xfrm>
            <a:off x="4306824" y="4434840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9704" y="4617720"/>
            <a:ext cx="292608" cy="292608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9704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01184" y="4617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lớn nhất &amp; cách xử lý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9704" y="5029200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doanh thu từ 30% văn phòng dùng nhiều, kịch bản xấu hết tiền tháng 7 → ký ≥ 10 văn phòng trước ngày 90. Một lỗi mã số thuế/tiền lọt → lùi Mức 0 ngay.</a:t>
            </a:r>
            <a:endParaRPr lang="en-US" sz="1300" dirty="0"/>
          </a:p>
        </p:txBody>
      </p:sp>
      <p:sp>
        <p:nvSpPr>
          <p:cNvPr id="29" name="box-2"/>
          <p:cNvSpPr/>
          <p:nvPr/>
        </p:nvSpPr>
        <p:spPr>
          <a:xfrm>
            <a:off x="8156448" y="4434840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617720"/>
            <a:ext cx="292608" cy="292608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9328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50808" y="461772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nào xem lại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5029200"/>
            <a:ext cx="3209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Hằng tuần (lỗi, cờ); ngày 30/60/90; dừng mở rộng nếu doanh thu &lt; 3,71 triệu/văn phòng 2 tháng liên tiếp trên ≥ 10 văn phòng; khi có mô hình mới hoặc đối thủ ra tính năng tương tự.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DBH_CS13.xlsx (trang 2–5); hồ sơ tình huống CS13, Đề 1. Số liệu là giả định của đề, chưa phải kết quả đo thực tế.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SổSạch - Lộ trình 12 tháng - Nhóm DBH</dc:title>
  <dc:subject>PptxGenJS Presentation</dc:subject>
  <dc:creator>Nhóm DBH</dc:creator>
  <cp:lastModifiedBy>Nhóm DBH</cp:lastModifiedBy>
  <cp:revision>1</cp:revision>
  <dcterms:created xsi:type="dcterms:W3CDTF">2026-10-16T13:33:51Z</dcterms:created>
  <dcterms:modified xsi:type="dcterms:W3CDTF">2026-10-16T13:33:51Z</dcterms:modified>
</cp:coreProperties>
</file>